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Project Presentation</a:t>
            </a:r>
          </a:p>
          <a:p>
            <a:r>
              <a:t>Author: Lokesh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retail sales performance</a:t>
            </a:r>
          </a:p>
          <a:p>
            <a:r>
              <a:t>Identify regional trends</a:t>
            </a:r>
          </a:p>
          <a:p>
            <a:r>
              <a:t>Evaluate product profitability</a:t>
            </a:r>
          </a:p>
          <a:p>
            <a:r>
              <a:t>Interactive business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Fields used: ProductName, Category, Region, CustomerName, UnitPrice, Quantity,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Desktop</a:t>
            </a:r>
          </a:p>
          <a:p>
            <a:r>
              <a:t>Data Modeling</a:t>
            </a:r>
          </a:p>
          <a:p>
            <a:r>
              <a:t>DAX Measures</a:t>
            </a:r>
          </a:p>
          <a:p>
            <a:r>
              <a:t>Interactive Visualizations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Import → Data Model → DAX Measures → Visual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Overview Dashboard</a:t>
            </a:r>
          </a:p>
        </p:txBody>
      </p:sp>
      <p:pic>
        <p:nvPicPr>
          <p:cNvPr id="3" name="Picture 2" descr="page1das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044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Performance Dashboard</a:t>
            </a:r>
          </a:p>
        </p:txBody>
      </p:sp>
      <p:pic>
        <p:nvPicPr>
          <p:cNvPr id="3" name="Picture 2" descr="page2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40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Analysis Dashboard</a:t>
            </a:r>
          </a:p>
        </p:txBody>
      </p:sp>
      <p:pic>
        <p:nvPicPr>
          <p:cNvPr id="3" name="Picture 2" descr="page 3 das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519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 Dashboard</a:t>
            </a:r>
          </a:p>
        </p:txBody>
      </p:sp>
      <p:pic>
        <p:nvPicPr>
          <p:cNvPr id="3" name="Picture 2" descr="page 4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419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East region shows highest sales</a:t>
            </a:r>
          </a:p>
          <a:p>
            <a:r>
              <a:t>Electronics category dominates revenue</a:t>
            </a:r>
          </a:p>
          <a:p>
            <a:r>
              <a:t>Sales vary across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sales monitoring</a:t>
            </a:r>
          </a:p>
          <a:p>
            <a:r>
              <a:t>Product performance analysis</a:t>
            </a:r>
          </a:p>
          <a:p>
            <a:r>
              <a:t>Regional sales insights</a:t>
            </a:r>
          </a:p>
          <a:p>
            <a:r>
              <a:t>Customer trend identification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Real‑time data integration</a:t>
            </a:r>
          </a:p>
          <a:p>
            <a:r>
              <a:t>Predictive sales forecasting</a:t>
            </a:r>
          </a:p>
          <a:p>
            <a:r>
              <a:t>Automated reporting dashboards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enables interactive analytics</a:t>
            </a:r>
          </a:p>
          <a:p>
            <a:r>
              <a:t>Helps organizations make data‑driven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</Words>
  <Application>Microsoft Office PowerPoint</Application>
  <PresentationFormat>On-screen Show (4:3)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Retail Analytics Dashboard</vt:lpstr>
      <vt:lpstr>Project Overview</vt:lpstr>
      <vt:lpstr>Dataset Description</vt:lpstr>
      <vt:lpstr>Tools &amp; Technologies</vt:lpstr>
      <vt:lpstr>Dashboard Architecture</vt:lpstr>
      <vt:lpstr>Sales Overview Dashboard</vt:lpstr>
      <vt:lpstr>Sales Performance Dashboard</vt:lpstr>
      <vt:lpstr>Product Analysis Dashboard</vt:lpstr>
      <vt:lpstr>Advanced Analytics Dashboard</vt:lpstr>
      <vt:lpstr>Key Insights</vt:lpstr>
      <vt:lpstr>Business Benefits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Analytics Dashboard</dc:title>
  <dc:subject/>
  <dc:creator>FTT</dc:creator>
  <cp:keywords/>
  <dc:description>generated using python-pptx</dc:description>
  <cp:lastModifiedBy>FTT</cp:lastModifiedBy>
  <cp:revision>1</cp:revision>
  <dcterms:created xsi:type="dcterms:W3CDTF">2013-01-27T09:14:16Z</dcterms:created>
  <dcterms:modified xsi:type="dcterms:W3CDTF">2026-03-16T20:14:54Z</dcterms:modified>
  <cp:category/>
</cp:coreProperties>
</file>